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94"/>
  </p:normalViewPr>
  <p:slideViewPr>
    <p:cSldViewPr snapToGrid="0">
      <p:cViewPr>
        <p:scale>
          <a:sx n="126" d="100"/>
          <a:sy n="126" d="100"/>
        </p:scale>
        <p:origin x="-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ED6CB-0D05-C3B5-C677-CD81A5F33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2F8F5-ADFA-730C-CB85-BC48F0E3E0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F3FCD-8D3F-F7E1-0B8A-E13881F83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7EDD-74B0-6F42-B34D-F6124E849C1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32CDB-A99F-AB22-B8F1-6D8388EC4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A5A49-B45E-8733-D416-338B50F0E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411B3-D34E-F94E-83FD-B0F03C8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5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FEB37-62DB-4FA0-233A-5B6B0B25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B1D91-D63E-EE74-813C-6E9720BD0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486A5-956C-DF9A-C115-53D64753F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7EDD-74B0-6F42-B34D-F6124E849C1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1E298-C4E3-7FEE-10A7-7F00E8E1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A75EB-4F44-4958-65C9-20CA0A609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411B3-D34E-F94E-83FD-B0F03C8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79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45C13-866C-27FE-096B-C7822A84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04EFB-D03C-396F-1AEC-15B00858E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1FF99-C45E-F44F-A197-0CF8D1603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7EDD-74B0-6F42-B34D-F6124E849C1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0194F-8961-62EC-C9C5-D197E620A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AFA9F-E346-1273-4CC9-BDE2AA5F6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411B3-D34E-F94E-83FD-B0F03C8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833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D0ECB-8B67-BD56-A125-866BC613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937C2-A912-E360-E692-82BC010494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FF80D-1C43-3C76-8ED3-D15DFBB01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9768D-44FA-03F1-1C36-6D8CD54BF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7EDD-74B0-6F42-B34D-F6124E849C1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95C1C-4C25-D920-65A2-302821CB5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E04429-FCC6-FC10-1D2B-AF55D161F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411B3-D34E-F94E-83FD-B0F03C8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79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B3A54-AA8F-2DE4-E893-3E0722E95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A4C23-F385-7006-3825-64BA85790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734E3-B622-CB66-7E80-E77921EED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803E73-CC84-5EEC-2928-9F34D4C00D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F9E9FE-CB23-6AF3-FAA5-8DADFD1CBF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D9166F-2432-0F11-15DD-C4E8B57B5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7EDD-74B0-6F42-B34D-F6124E849C1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7CF07A-0507-203C-0CAA-FBFC0473B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1C1356-5230-F557-8C3E-258F0591A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411B3-D34E-F94E-83FD-B0F03C8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826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5030F-808D-3B32-5212-8B9877201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384A49-A02C-11DC-A9FE-2211C0B50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7EDD-74B0-6F42-B34D-F6124E849C1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7D75BB-7784-49B1-C4FE-DBB634EB5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D0BD5F-2237-59DF-A2E6-9F1627655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411B3-D34E-F94E-83FD-B0F03C8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61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2D84BE-3B67-413D-F58B-A8456D53E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7EDD-74B0-6F42-B34D-F6124E849C1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204D92-C0D6-0A4F-1A0F-1F7AD1FDF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3EABE-34FB-A62B-E88F-82DFFEFBC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411B3-D34E-F94E-83FD-B0F03C8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250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88E79-C28D-DD72-B0D8-A1A433849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CCF60-86D5-617B-7311-C2DE850BB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925A4-E425-8722-2A91-1434CD424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EC348-27FF-4BD7-5688-1ECE7A96D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7EDD-74B0-6F42-B34D-F6124E849C1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17345-01D7-DAF6-B60C-62EDC3905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E8B5C-62E5-628A-44BE-6322FBC41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411B3-D34E-F94E-83FD-B0F03C8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05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8690A-20E0-4491-8D05-37F0B458E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33A62C-94FE-042A-DD00-B23A631FFF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A3F42-CBE9-BCC2-CEEA-9540A54D8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D3157-4F8F-CFF7-B20C-04D07545D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7EDD-74B0-6F42-B34D-F6124E849C1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7E5A1-5BB0-47AF-FFF9-F1576BA38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B2C49-1462-F5FF-11C1-119916E8E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411B3-D34E-F94E-83FD-B0F03C8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674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6CF69-A826-3244-9D3F-63F923A96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6E781-F063-B8F1-7628-3FCD5BB98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941A7-88EA-0625-0E3C-68D21C74C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7EDD-74B0-6F42-B34D-F6124E849C1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711CC-4216-7994-5C2A-A968AFEB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3E23D-4470-65A2-EE76-F39B1F02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411B3-D34E-F94E-83FD-B0F03C8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71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54F2C8-9619-96A0-4E19-7798D3F18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3E368E-BCD0-EBB6-20EB-1E8F9B07F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2E1BB-3C29-A87E-5340-22B16F433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7EDD-74B0-6F42-B34D-F6124E849C1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E3FAD-A8C5-1F96-D806-765CB8EBF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ED62-84EE-88CA-7717-5693EDED7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411B3-D34E-F94E-83FD-B0F03C8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207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23A53-0757-160E-3CD9-2E49578E4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7F25D-C26F-E037-64D6-CF9E9127A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39B1C-CEA9-AD62-DD4A-22289853C5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BB7EDD-74B0-6F42-B34D-F6124E849C1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68B69-4AF2-EE11-9901-30854D4B4F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8B963-AA06-7784-69EB-AC9D04FE6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411B3-D34E-F94E-83FD-B0F03C8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79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BE3FA7-0D70-4431-814F-D8C40576E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9214F2DB-3AE3-7C64-21DD-4065FB16A3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87" t="1959" r="33602" b="-1959"/>
          <a:stretch>
            <a:fillRect/>
          </a:stretch>
        </p:blipFill>
        <p:spPr>
          <a:xfrm>
            <a:off x="321731" y="557189"/>
            <a:ext cx="5668684" cy="5743618"/>
          </a:xfrm>
          <a:prstGeom prst="rect">
            <a:avLst/>
          </a:prstGeom>
        </p:spPr>
      </p:pic>
      <p:pic>
        <p:nvPicPr>
          <p:cNvPr id="4" name="Picture 3" descr="A graph with a purple line&#10;&#10;AI-generated content may be incorrect.">
            <a:extLst>
              <a:ext uri="{FF2B5EF4-FFF2-40B4-BE49-F238E27FC236}">
                <a16:creationId xmlns:a16="http://schemas.microsoft.com/office/drawing/2014/main" id="{295735D2-FB30-A85D-2A49-C002978C20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08" r="36474"/>
          <a:stretch>
            <a:fillRect/>
          </a:stretch>
        </p:blipFill>
        <p:spPr>
          <a:xfrm>
            <a:off x="6201587" y="557191"/>
            <a:ext cx="5674893" cy="57436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15A38F-AF48-0B63-9513-309ECB86CC2D}"/>
              </a:ext>
            </a:extLst>
          </p:cNvPr>
          <p:cNvSpPr txBox="1"/>
          <p:nvPr/>
        </p:nvSpPr>
        <p:spPr>
          <a:xfrm>
            <a:off x="2942897" y="178676"/>
            <a:ext cx="739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Tau(t)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C3F7C6-B326-F76F-1AFC-A6B04ED8670C}"/>
              </a:ext>
            </a:extLst>
          </p:cNvPr>
          <p:cNvSpPr txBox="1"/>
          <p:nvPr/>
        </p:nvSpPr>
        <p:spPr>
          <a:xfrm>
            <a:off x="8684609" y="178676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Phi(t)</a:t>
            </a:r>
          </a:p>
        </p:txBody>
      </p:sp>
    </p:spTree>
    <p:extLst>
      <p:ext uri="{BB962C8B-B14F-4D97-AF65-F5344CB8AC3E}">
        <p14:creationId xmlns:p14="http://schemas.microsoft.com/office/powerpoint/2010/main" val="3750558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BE3FA7-0D70-4431-814F-D8C40576E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82A3ECC6-8DF2-6F3C-643F-6B0D5874F5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29" r="34301" b="1"/>
          <a:stretch>
            <a:fillRect/>
          </a:stretch>
        </p:blipFill>
        <p:spPr>
          <a:xfrm>
            <a:off x="321731" y="557189"/>
            <a:ext cx="5668684" cy="5743618"/>
          </a:xfrm>
          <a:prstGeom prst="rect">
            <a:avLst/>
          </a:prstGeom>
        </p:spPr>
      </p:pic>
      <p:pic>
        <p:nvPicPr>
          <p:cNvPr id="4" name="Content Placeholder 6" descr="A screen shot of a graph&#10;&#10;AI-generated content may be incorrect.">
            <a:extLst>
              <a:ext uri="{FF2B5EF4-FFF2-40B4-BE49-F238E27FC236}">
                <a16:creationId xmlns:a16="http://schemas.microsoft.com/office/drawing/2014/main" id="{08286B34-631A-FAFB-3AA6-00B559BEDB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62" r="29504"/>
          <a:stretch>
            <a:fillRect/>
          </a:stretch>
        </p:blipFill>
        <p:spPr>
          <a:xfrm>
            <a:off x="6195375" y="557189"/>
            <a:ext cx="5674893" cy="57436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17333B-8409-C3D7-6A31-0044904BFF79}"/>
              </a:ext>
            </a:extLst>
          </p:cNvPr>
          <p:cNvSpPr txBox="1"/>
          <p:nvPr/>
        </p:nvSpPr>
        <p:spPr>
          <a:xfrm>
            <a:off x="2942897" y="178676"/>
            <a:ext cx="739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Tau(t)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FE168-3363-AB6D-ACE2-0E63F00B89DA}"/>
              </a:ext>
            </a:extLst>
          </p:cNvPr>
          <p:cNvSpPr txBox="1"/>
          <p:nvPr/>
        </p:nvSpPr>
        <p:spPr>
          <a:xfrm>
            <a:off x="8684609" y="178676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Phi(t)</a:t>
            </a:r>
          </a:p>
        </p:txBody>
      </p:sp>
    </p:spTree>
    <p:extLst>
      <p:ext uri="{BB962C8B-B14F-4D97-AF65-F5344CB8AC3E}">
        <p14:creationId xmlns:p14="http://schemas.microsoft.com/office/powerpoint/2010/main" val="598085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1BE3FA7-0D70-4431-814F-D8C40576E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graph of a function&#10;&#10;AI-generated content may be incorrect.">
            <a:extLst>
              <a:ext uri="{FF2B5EF4-FFF2-40B4-BE49-F238E27FC236}">
                <a16:creationId xmlns:a16="http://schemas.microsoft.com/office/drawing/2014/main" id="{79F16E5B-4B15-6F27-96E4-943F7B1294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453" b="7"/>
          <a:stretch>
            <a:fillRect/>
          </a:stretch>
        </p:blipFill>
        <p:spPr>
          <a:xfrm>
            <a:off x="321731" y="557189"/>
            <a:ext cx="5668684" cy="5743618"/>
          </a:xfrm>
          <a:prstGeom prst="rect">
            <a:avLst/>
          </a:prstGeom>
        </p:spPr>
      </p:pic>
      <p:pic>
        <p:nvPicPr>
          <p:cNvPr id="7" name="Picture 6" descr="A graph of a function&#10;&#10;AI-generated content may be incorrect.">
            <a:extLst>
              <a:ext uri="{FF2B5EF4-FFF2-40B4-BE49-F238E27FC236}">
                <a16:creationId xmlns:a16="http://schemas.microsoft.com/office/drawing/2014/main" id="{D3D43515-0C98-F143-B108-B5E314E60E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7" r="47022"/>
          <a:stretch>
            <a:fillRect/>
          </a:stretch>
        </p:blipFill>
        <p:spPr>
          <a:xfrm>
            <a:off x="6195375" y="557189"/>
            <a:ext cx="5674893" cy="57436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6B4542-BDAD-452D-7809-83C306F328C0}"/>
              </a:ext>
            </a:extLst>
          </p:cNvPr>
          <p:cNvSpPr txBox="1"/>
          <p:nvPr/>
        </p:nvSpPr>
        <p:spPr>
          <a:xfrm>
            <a:off x="2942897" y="178676"/>
            <a:ext cx="739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Tau(t)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6D3696-0067-AB20-162E-9B231CBAFA86}"/>
              </a:ext>
            </a:extLst>
          </p:cNvPr>
          <p:cNvSpPr txBox="1"/>
          <p:nvPr/>
        </p:nvSpPr>
        <p:spPr>
          <a:xfrm>
            <a:off x="8684609" y="178676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Phi(t)</a:t>
            </a:r>
          </a:p>
        </p:txBody>
      </p:sp>
    </p:spTree>
    <p:extLst>
      <p:ext uri="{BB962C8B-B14F-4D97-AF65-F5344CB8AC3E}">
        <p14:creationId xmlns:p14="http://schemas.microsoft.com/office/powerpoint/2010/main" val="444814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24</Words>
  <Application>Microsoft Macintosh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Rachel Bertaud</dc:creator>
  <cp:lastModifiedBy>Rachel Bertaud</cp:lastModifiedBy>
  <cp:revision>2</cp:revision>
  <dcterms:created xsi:type="dcterms:W3CDTF">2025-11-17T17:41:09Z</dcterms:created>
  <dcterms:modified xsi:type="dcterms:W3CDTF">2025-11-17T21:02:13Z</dcterms:modified>
</cp:coreProperties>
</file>