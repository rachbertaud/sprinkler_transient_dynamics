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D9403-DBBB-2BCE-FE24-EAC9A1DAD0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CA5D8-7FA3-9748-B2BE-3597D4FEF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3142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Wingdings 3</vt:lpstr>
      <vt:lpstr>Ion Boardroom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Rachel Bertaud</dc:creator>
  <cp:lastModifiedBy>Rachel Bertaud</cp:lastModifiedBy>
  <cp:revision>1</cp:revision>
  <dcterms:created xsi:type="dcterms:W3CDTF">2026-01-08T21:09:19Z</dcterms:created>
  <dcterms:modified xsi:type="dcterms:W3CDTF">2026-01-08T21:10:08Z</dcterms:modified>
</cp:coreProperties>
</file>