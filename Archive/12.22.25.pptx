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1408"/>
  </p:normalViewPr>
  <p:slideViewPr>
    <p:cSldViewPr snapToGrid="0">
      <p:cViewPr>
        <p:scale>
          <a:sx n="126" d="100"/>
          <a:sy n="126" d="100"/>
        </p:scale>
        <p:origin x="232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E8BE1-E46D-0E45-A494-323A2F191203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BC52C-7937-7A4C-B968-F7D2DCC9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73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FBC52C-7937-7A4C-B968-F7D2DCC924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335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401CA-BF74-A0F7-8E0F-6EB10D5E96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forward</a:t>
            </a:r>
          </a:p>
        </p:txBody>
      </p:sp>
    </p:spTree>
    <p:extLst>
      <p:ext uri="{BB962C8B-B14F-4D97-AF65-F5344CB8AC3E}">
        <p14:creationId xmlns:p14="http://schemas.microsoft.com/office/powerpoint/2010/main" val="2579056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B07EC7-BA5D-3E1D-C9A6-1C8DC7D60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9942" y="2057807"/>
            <a:ext cx="2823060" cy="48001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Found using fit for all four – fit eq below</a:t>
            </a:r>
          </a:p>
          <a:p>
            <a:r>
              <a:rPr lang="en-US" dirty="0"/>
              <a:t>Gamma = 0.4388</a:t>
            </a:r>
          </a:p>
          <a:p>
            <a:r>
              <a:rPr lang="en-US" dirty="0"/>
              <a:t>Omega_0 = 7.5151</a:t>
            </a:r>
          </a:p>
          <a:p>
            <a:r>
              <a:rPr lang="en-US" dirty="0"/>
              <a:t>C1 = 23,139</a:t>
            </a:r>
          </a:p>
          <a:p>
            <a:r>
              <a:rPr lang="en-US" dirty="0"/>
              <a:t>C2 = 73,508</a:t>
            </a:r>
          </a:p>
          <a:p>
            <a:endParaRPr lang="en-US" dirty="0"/>
          </a:p>
          <a:p>
            <a:r>
              <a:rPr lang="en-US" dirty="0"/>
              <a:t>Relative Error after red point = 9.567239e-02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Content Placeholder 7" descr="A screen shot of a graph&#10;&#10;AI-generated content may be incorrect.">
            <a:extLst>
              <a:ext uri="{FF2B5EF4-FFF2-40B4-BE49-F238E27FC236}">
                <a16:creationId xmlns:a16="http://schemas.microsoft.com/office/drawing/2014/main" id="{86B88634-7674-828B-00BC-C7B9694D8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658" y="-16329"/>
            <a:ext cx="9296986" cy="60645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A8EC59-DC43-9240-987B-D181DB43D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8085" y="6172200"/>
            <a:ext cx="70866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77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E8A3474-A3A2-4200-9E98-3433E3D19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2B36470-9A0C-4C86-99EB-05358284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D2F460-AD0F-49B5-80F2-18F1F65E3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396100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634C77-7EAE-486F-BBA9-98DFA0320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4845" y="480060"/>
            <a:ext cx="5396100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4" descr="A screen shot of a graph&#10;&#10;AI-generated content may be incorrect.">
            <a:extLst>
              <a:ext uri="{FF2B5EF4-FFF2-40B4-BE49-F238E27FC236}">
                <a16:creationId xmlns:a16="http://schemas.microsoft.com/office/drawing/2014/main" id="{EC0B272D-91AD-95C7-536F-C1A363BA7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711" y="1346480"/>
            <a:ext cx="6142711" cy="4008118"/>
          </a:xfrm>
          <a:prstGeom prst="rect">
            <a:avLst/>
          </a:prstGeom>
        </p:spPr>
      </p:pic>
      <p:pic>
        <p:nvPicPr>
          <p:cNvPr id="10" name="Picture 9" descr="A graph of a sound wave&#10;&#10;AI-generated content may be incorrect.">
            <a:extLst>
              <a:ext uri="{FF2B5EF4-FFF2-40B4-BE49-F238E27FC236}">
                <a16:creationId xmlns:a16="http://schemas.microsoft.com/office/drawing/2014/main" id="{25EC1665-C635-785E-C870-47512ED1A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6480"/>
            <a:ext cx="6096000" cy="400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47268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22</TotalTime>
  <Words>33</Words>
  <Application>Microsoft Macintosh PowerPoint</Application>
  <PresentationFormat>Widescreen</PresentationFormat>
  <Paragraphs>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Franklin Gothic Book</vt:lpstr>
      <vt:lpstr>Crop</vt:lpstr>
      <vt:lpstr>forward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 Bertaud</dc:creator>
  <cp:lastModifiedBy>Rachel Bertaud</cp:lastModifiedBy>
  <cp:revision>2</cp:revision>
  <dcterms:created xsi:type="dcterms:W3CDTF">2025-12-20T23:29:52Z</dcterms:created>
  <dcterms:modified xsi:type="dcterms:W3CDTF">2025-12-20T23:52:37Z</dcterms:modified>
</cp:coreProperties>
</file>